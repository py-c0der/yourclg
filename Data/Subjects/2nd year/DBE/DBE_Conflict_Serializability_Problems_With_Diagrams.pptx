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822960"/>
            <a:ext cx="9235440" cy="731520"/>
          </a:xfrm>
          <a:prstGeom prst="roundRect">
            <a:avLst/>
          </a:prstGeom>
          <a:solidFill>
            <a:srgbClr val="E5EFFB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900" b="1">
                <a:solidFill>
                  <a:srgbClr val="1C3556"/>
                </a:solidFill>
                <a:latin typeface="Arial"/>
              </a:defRPr>
            </a:pPr>
            <a:r>
              <a:t>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654997"/>
                </a:solidFill>
                <a:latin typeface="Arial"/>
              </a:defRPr>
            </a:pPr>
            <a:r>
              <a:t>Conflict Serializability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C3556"/>
                </a:solidFill>
                <a:latin typeface="Arial"/>
              </a:defRPr>
            </a:pPr>
            <a:r>
              <a:t>with Precedence Graph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10332720" cy="82296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  <a:latin typeface="Arial"/>
              </a:defRPr>
            </a:pPr>
            <a:r>
              <a:t>Conflicting Operations • Graph Construction • Cycle Detection • Equivalent Serial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626E"/>
                </a:solidFill>
                <a:latin typeface="Arial"/>
              </a:defRPr>
            </a:pPr>
            <a:r>
              <a:t>Solved problems and practice questions for Unit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Conflict Serializability: Quick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744200" cy="822960"/>
          </a:xfrm>
          <a:prstGeom prst="roundRect">
            <a:avLst/>
          </a:prstGeom>
          <a:solidFill>
            <a:srgbClr val="E5EFFB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Two operations conflict if they belong to different transactions, access the same data item, and at least one operation is WRITE.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48840"/>
          <a:ext cx="10332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Pair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Conflict?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Reason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and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Read and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W1(X), 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and 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W1(X), 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Write and 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R1(X), 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Different data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88720" y="5623560"/>
            <a:ext cx="9784080" cy="64008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Same item + different transactions + at least one WRITE = Conflict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Precedence Graph: How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Create one node for each transaction.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Find all conflicting operation pairs in the schedule.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If Ti has the earlier conflicting operation and Tj has the later one, draw Ti → Tj.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If the graph has no directed cycle, the schedule is conflict serializable.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If the graph has a directed cycle, the schedule is not conflict serializable.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For an acyclic graph, a topological ordering gives an equivalent serial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23560"/>
            <a:ext cx="4663440" cy="64008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Acyclic graph = Serializable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5623560"/>
            <a:ext cx="4663440" cy="64008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  <a:latin typeface="Arial"/>
              </a:defRPr>
            </a:pPr>
            <a:r>
              <a:t>Cycle = Not Serializable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1: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W1(X), R2(X), W2(X)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W1(X) before R2(X) ⇒ T1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W1(X) before W2(X) ⇒ T1 → T2</a:t>
            </a:r>
          </a:p>
        </p:txBody>
      </p:sp>
      <p:pic>
        <p:nvPicPr>
          <p:cNvPr id="10" name="Picture 9" descr="proble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No cycle. Conflict serializable.</a:t>
            </a:r>
            <a:br/>
            <a:r>
              <a:t>Serial order: T1 → T2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2: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R2(Y), W1(Y), W2(X)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R1(X) before W2(X) ⇒ T1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R2(Y) before W1(Y) ⇒ T2 → T1</a:t>
            </a:r>
          </a:p>
        </p:txBody>
      </p:sp>
      <p:pic>
        <p:nvPicPr>
          <p:cNvPr id="10" name="Picture 9" descr="proble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Cycle exists. NOT conflict serializable.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3: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W1(X), R2(X), W2(Y), R3(Y), W3(Y)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W3(Y)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W1(X) before R2(X) ⇒ T1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W2(Y) before R3(Y) ⇒ T2 → T3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W2(Y) before W3(Y) ⇒ T2 → T3</a:t>
            </a:r>
          </a:p>
        </p:txBody>
      </p:sp>
      <p:pic>
        <p:nvPicPr>
          <p:cNvPr id="10" name="Picture 9" descr="proble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No cycle. Conflict serializable.</a:t>
            </a:r>
            <a:br/>
            <a:r>
              <a:t>Serial order: T1 → T2 → T3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4: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R2(Y), R3(Z), W1(Y), W2(Z), W3(X)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W3(X)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R2(Y) before W1(Y) ⇒ T2 → T1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R3(Z) before W2(Z) ⇒ T3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R1(X) before W3(X) ⇒ T1 → T3</a:t>
            </a:r>
          </a:p>
        </p:txBody>
      </p:sp>
      <p:pic>
        <p:nvPicPr>
          <p:cNvPr id="10" name="Picture 9" descr="probl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Cycle exists. NOT conflict serializable.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5: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W1(X), R2(X), W1(Y), W2(Y), R2(Z)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W1(X) before R2(X) ⇒ T1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W1(Y) before W2(Y) ⇒ T1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Both conflicts create the same graph edge.</a:t>
            </a:r>
          </a:p>
        </p:txBody>
      </p:sp>
      <p:pic>
        <p:nvPicPr>
          <p:cNvPr id="10" name="Picture 9" descr="proble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No cycle. Conflict serializable.</a:t>
            </a:r>
            <a:br/>
            <a:r>
              <a:t>Serial order: T1 → 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2578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626E"/>
                </a:solidFill>
                <a:latin typeface="Arial"/>
              </a:defRPr>
            </a:pPr>
            <a:r>
              <a:t>Multiple conflicts may produce only one directed graph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6: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R2(Y), W1(X), W2(Y)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T1 accesses X only.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T2 accesses Y only.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There is no cross-transaction conflict.</a:t>
            </a:r>
          </a:p>
        </p:txBody>
      </p:sp>
      <p:pic>
        <p:nvPicPr>
          <p:cNvPr id="10" name="Picture 9" descr="problem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No cycle. Conflict serializable.</a:t>
            </a:r>
            <a:br/>
            <a:r>
              <a:t>Serial order: T1 → T2 or T2 → 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2578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626E"/>
                </a:solidFill>
                <a:latin typeface="Arial"/>
              </a:defRPr>
            </a:pPr>
            <a:r>
              <a:t>A graph with no edges can have more than one serial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7: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R1(X), R2(Y), W1(X), W2(Y), R3(X), R3(Y)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W1(X) before R3(X) ⇒ T1 → T3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W2(Y) before R3(Y) ⇒ T2 → T3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No conflict exists between T1 and T2.</a:t>
            </a:r>
          </a:p>
        </p:txBody>
      </p:sp>
      <p:pic>
        <p:nvPicPr>
          <p:cNvPr id="10" name="Picture 9" descr="problem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No cycle. Conflict serializable.</a:t>
            </a:r>
            <a:br/>
            <a:r>
              <a:t>Serial order: T1 → T2 → T3 or T2 → T1 → T3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52578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626E"/>
                </a:solidFill>
                <a:latin typeface="Arial"/>
              </a:defRPr>
            </a:pPr>
            <a:r>
              <a:t>The graph has two valid topological orders.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Solved Problem 8: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87552"/>
            <a:ext cx="109728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Schedule: R1(A), R2(B), W1(B), R3(C), W2(C), W3(A)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3063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W1(B)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R3(C)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W2(C)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W3(A)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86200" y="1828800"/>
            <a:ext cx="3840480" cy="50292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Conflicting pairs and 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3886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R2(B) before W1(B) ⇒ T2 → T1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R3(C) before W2(C) ⇒ T3 → T2</a:t>
            </a:r>
          </a:p>
          <a:p>
            <a:pPr>
              <a:spcAft>
                <a:spcPts val="700"/>
              </a:spcAft>
              <a:defRPr sz="1450">
                <a:solidFill>
                  <a:srgbClr val="232830"/>
                </a:solidFill>
                <a:latin typeface="Arial"/>
              </a:defRPr>
            </a:pPr>
            <a:r>
              <a:t>• R1(A) before W3(A) ⇒ T1 → T3</a:t>
            </a:r>
          </a:p>
        </p:txBody>
      </p:sp>
      <p:pic>
        <p:nvPicPr>
          <p:cNvPr id="10" name="Picture 9" descr="proble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28800"/>
            <a:ext cx="3474720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79" y="4343400"/>
            <a:ext cx="3566160" cy="100584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Cycle exists. NOT conflict serializable.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Problem 9: Find Conflicts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442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S = R1(A), W1(A), R2(A), R2(B), W2(B), R3(B), W3(C)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6596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Data Item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Relevant Operations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Conflict Edge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R1(A), W1(A), R2(A)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→ 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R2(B), W2(B), R3(B)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T2 → 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W3(C)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 cross-transaction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proble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920240"/>
            <a:ext cx="3474720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4572000"/>
            <a:ext cx="3474720" cy="91440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Acyclic graph</a:t>
            </a:r>
            <a:br/>
            <a:r>
              <a:t>Serializable as T1 → T2 → T3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rPr sz="2400" b="1">
                <a:solidFill>
                  <a:srgbClr val="1C3556"/>
                </a:solidFill>
                <a:latin typeface="Arial"/>
              </a:rPr>
              <a:t>Problem 10: A More Detailed Acyclic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05840"/>
            <a:ext cx="107442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S = R1(X), W1(X), R2(X), W2(Y), R3(Y), W3(X)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6675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On X: W1(X) before R2(X) gives T1 → T2.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On X: W1(X) before W3(X) gives T1 → T3.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On X: R2(X) before W3(X) gives T2 → T3.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On Y: W2(Y) before R3(Y) gives T2 → T3.</a:t>
            </a:r>
          </a:p>
          <a:p>
            <a:pPr>
              <a:spcAft>
                <a:spcPts val="700"/>
              </a:spcAft>
              <a:defRPr sz="1600">
                <a:solidFill>
                  <a:srgbClr val="232830"/>
                </a:solidFill>
                <a:latin typeface="Arial"/>
              </a:defRPr>
            </a:pPr>
            <a:r>
              <a:t>• All edges move toward T3. There is no reverse path and no cycle.</a:t>
            </a:r>
          </a:p>
        </p:txBody>
      </p:sp>
      <p:pic>
        <p:nvPicPr>
          <p:cNvPr id="8" name="Picture 7" descr="proble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828800"/>
            <a:ext cx="356616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4617720"/>
            <a:ext cx="3383280" cy="91440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C3556"/>
                </a:solidFill>
                <a:latin typeface="Arial"/>
              </a:defRPr>
            </a:pPr>
            <a:r>
              <a:t>Conflict serializable</a:t>
            </a:r>
            <a:br/>
            <a:r>
              <a:t>Serial order: T1 → T2 → T3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From Precedence Graph to Serial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6" name="Picture 5" descr="problem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38912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52160" y="1417320"/>
            <a:ext cx="4754880" cy="640080"/>
          </a:xfrm>
          <a:prstGeom prst="roundRect">
            <a:avLst/>
          </a:prstGeom>
          <a:solidFill>
            <a:srgbClr val="E5EFFB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Edges: T1 → T3 and T2 → T3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3317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T1 must occur before T3.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T2 must occur before T3.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There is no ordering restriction between T1 and T2.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  <a:latin typeface="Arial"/>
              </a:defRPr>
            </a:pPr>
            <a:r>
              <a:t>• Therefore two serial orders are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60"/>
            <a:ext cx="3291840" cy="68580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T1 → T2 → T3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4937760"/>
            <a:ext cx="3291840" cy="68580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T2 → T1 → T3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Common Mistakes in Conflict Serializability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Treating R1(X) and R2(X) as a conflict. Two reads do not conflict.</a:t>
            </a:r>
          </a:p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Creating an edge for operations on different data items.</a:t>
            </a:r>
          </a:p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Ignoring Write-Write conflicts.</a:t>
            </a:r>
          </a:p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Drawing the edge in the wrong direction. Earlier conflicting operation points to the later transaction.</a:t>
            </a:r>
          </a:p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Looking only at one conflict and missing a reverse edge that creates a cycle.</a:t>
            </a:r>
          </a:p>
          <a:p>
            <a:pPr>
              <a:spcAft>
                <a:spcPts val="700"/>
              </a:spcAft>
              <a:defRPr sz="1750">
                <a:solidFill>
                  <a:srgbClr val="232830"/>
                </a:solidFill>
                <a:latin typeface="Arial"/>
              </a:defRPr>
            </a:pPr>
            <a:r>
              <a:t>• Assuming an acyclic graph has only one serial order. Multiple topological orders may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Practice Problems: Draw the Precedence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1. S1 = R1(A), W1(A), R2(A), W2(A)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2. S2 = R1(A), R2(B), W1(B), W2(A)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3. S3 = W1(X), R2(X), W2(Y), R3(Y), W3(Z)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4. S4 = R1(X), R2(X), W1(Y), W2(Z)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5. S5 = R1(A), W1(B), R2(B), W2(C), R3(C), W3(A)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For each schedule: identify conflicts, draw edges, check for a cycle, and write the equivalent serial order if one exists.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Practice Problems: Answer Hints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34440"/>
          <a:ext cx="109270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Main Edges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C3556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E5EF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→ 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Serializable: T1 → 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T2 → T1 and T1 → T2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Cycle, not conflict serializable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T1 → T2 → 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Serializable: T1 → T2 → 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No cross-transaction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Serializable in either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S5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T2 → T1, T3 → T2, T1 → 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830"/>
                          </a:solidFill>
                          <a:latin typeface="Arial"/>
                        </a:defRPr>
                      </a:pPr>
                      <a:r>
                        <a:t>Cycle, not conflict serializable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371600" y="5715000"/>
            <a:ext cx="9418320" cy="59436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  <a:latin typeface="Arial"/>
              </a:defRPr>
            </a:pPr>
            <a:r>
              <a:t>Always verify every edge directly from the schedule before concluding.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Exam Strategy for a 5-Mark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640080" cy="594360"/>
          </a:xfrm>
          <a:prstGeom prst="roundRect">
            <a:avLst/>
          </a:prstGeom>
          <a:solidFill>
            <a:srgbClr val="E5EFFB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051560"/>
            <a:ext cx="98298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2830"/>
                </a:solidFill>
                <a:latin typeface="Arial"/>
              </a:defRPr>
            </a:pPr>
            <a:r>
              <a:t>Write the schedule clearly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640080" cy="594360"/>
          </a:xfrm>
          <a:prstGeom prst="roundRect">
            <a:avLst/>
          </a:prstGeom>
          <a:solidFill>
            <a:srgbClr val="FDF2E2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011680"/>
            <a:ext cx="98298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27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2830"/>
                </a:solidFill>
                <a:latin typeface="Arial"/>
              </a:defRPr>
            </a:pPr>
            <a:r>
              <a:t>List conflict pairs item by 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640080" cy="59436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971800"/>
            <a:ext cx="98298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2830"/>
                </a:solidFill>
                <a:latin typeface="Arial"/>
              </a:defRPr>
            </a:pPr>
            <a:r>
              <a:t>Draw the precedence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640080" cy="59436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3931920"/>
            <a:ext cx="98298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2830"/>
                </a:solidFill>
                <a:latin typeface="Arial"/>
              </a:defRPr>
            </a:pPr>
            <a:r>
              <a:t>Check whether a directed cycle 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640080" cy="594360"/>
          </a:xfrm>
          <a:prstGeom prst="roundRect">
            <a:avLst/>
          </a:prstGeom>
          <a:solidFill>
            <a:srgbClr val="E5EFFB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4892040"/>
            <a:ext cx="982980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232830"/>
                </a:solidFill>
                <a:latin typeface="Arial"/>
              </a:defRPr>
            </a:pPr>
            <a:r>
              <a:t>State serializable or not and give serial order if 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943600"/>
            <a:ext cx="10332720" cy="548640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C3556"/>
                </a:solidFill>
                <a:latin typeface="Arial"/>
              </a:defRPr>
            </a:pPr>
            <a:r>
              <a:t>Final answer format: Graph acyclic ⇒ conflict serializable ⇒ equivalent serial order =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3556"/>
                </a:solidFill>
                <a:latin typeface="Arial"/>
              </a:defRPr>
            </a:pPr>
            <a:r>
              <a:t>Conflict Serializability: Final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828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365A4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Conflict requires the same data item, different transactions and at least one write.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Use one node for each transaction in the precedence graph.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For each conflict, draw an edge from the earlier transaction to the later transaction.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directed cycle means the schedule is not conflict serializable.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An acyclic graph means the schedule is conflict serializable.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  <a:latin typeface="Arial"/>
              </a:defRPr>
            </a:pPr>
            <a:r>
              <a:t>• A topological order of an acyclic graph gives an equivalent serial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5623560"/>
            <a:ext cx="9601200" cy="640080"/>
          </a:xfrm>
          <a:prstGeom prst="roundRect">
            <a:avLst/>
          </a:prstGeom>
          <a:solidFill>
            <a:srgbClr val="F1ECF9"/>
          </a:solidFill>
          <a:ln w="1397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C3556"/>
                </a:solidFill>
                <a:latin typeface="Arial"/>
              </a:defRPr>
            </a:pPr>
            <a:r>
              <a:t>Conflict pairs → Precedence graph → Cycle check → Serial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